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71" r:id="rId7"/>
    <p:sldId id="263" r:id="rId8"/>
    <p:sldId id="264" r:id="rId9"/>
    <p:sldId id="265" r:id="rId10"/>
    <p:sldId id="269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1D11-7755-4D3A-B441-93EA23BB0C6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7EB87-75E3-4BAD-A69B-E7EB451E8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2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EB87-75E3-4BAD-A69B-E7EB451E80A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758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7EB87-75E3-4BAD-A69B-E7EB451E80A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2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78240" y="731520"/>
            <a:ext cx="24688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1920240"/>
            <a:ext cx="1737360" cy="2560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8160" y="4572000"/>
            <a:ext cx="292608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6400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667512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ProcureFlow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Procurement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BFDBFE"/>
                </a:solidFill>
              </a:defRPr>
            </a:pPr>
            <a:r>
              <a:t>Request → Approval → Payment → Tracking →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React + Spring Boot + MySQL | 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 single portal for managing the complete procurement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 web-based procurement platform that connects users, administrators and suppliers through one controlled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Why was it built?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To reduce manual coordination, improve visibility of requests and payments, and provide real-time shipment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Core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Every purchase request can be followed from creation to approval, payment, shipment and delivery.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Role-based workspaces for User, Admin and Supplier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Purchase request approval and rejection management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Supplier payment details and user payment confirmation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Shipment tracking updates and user rating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CSV reports and product board for operational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The system addresses common gaps in manual procurement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Problems in manual 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• Requests are scattered across email and spreadsheets</a:t>
            </a:r>
            <a:br/>
            <a:r>
              <a:t>• Approval status is difficult to track</a:t>
            </a:r>
            <a:br/>
            <a:r>
              <a:t>• Payment information needs repeated communication</a:t>
            </a:r>
            <a:br/>
            <a:r>
              <a:t>• Shipment updates are not centralized</a:t>
            </a:r>
            <a:br/>
            <a:r>
              <a:t>• Reporting and supplier performance are time-consuming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3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• Centralize purchase requests and approvals</a:t>
            </a:r>
            <a:br/>
            <a:r>
              <a:t>• Automate email notifications</a:t>
            </a:r>
            <a:br/>
            <a:r>
              <a:t>• Track payment and shipment status</a:t>
            </a:r>
            <a:br/>
            <a:r>
              <a:t>• Give each role a focused dashboard</a:t>
            </a:r>
            <a:br/>
            <a:r>
              <a:t>• Provide downloadable CSV reports</a:t>
            </a:r>
            <a:br/>
            <a:r>
              <a:t>• Improve transparency from request to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Three-tier web architecture with secure REST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7432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2011680" cy="5669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Axios + 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274320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Spring Boot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25880"/>
            <a:ext cx="182880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1609344"/>
            <a:ext cx="182879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06440" y="1609344"/>
            <a:ext cx="1828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1609344"/>
            <a:ext cx="182879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42316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423160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60604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81528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React</a:t>
            </a:r>
            <a:br/>
            <a:r>
              <a:t>React Router</a:t>
            </a:r>
            <a:br/>
            <a:r>
              <a:t>Lucide icons</a:t>
            </a:r>
            <a:br/>
            <a:r>
              <a:t>Responsive dashboards</a:t>
            </a:r>
            <a:br/>
            <a:r>
              <a:t>Product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423160"/>
            <a:ext cx="2743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03320" y="2423160"/>
            <a:ext cx="6400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0" y="260604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81528"/>
            <a:ext cx="2331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Spring Boot</a:t>
            </a:r>
            <a:br/>
            <a:r>
              <a:t>REST Controllers</a:t>
            </a:r>
            <a:br/>
            <a:r>
              <a:t>Service layer</a:t>
            </a:r>
            <a:br/>
            <a:r>
              <a:t>JPA / Hibernate</a:t>
            </a:r>
            <a:br/>
            <a:r>
              <a:t>Email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423160"/>
            <a:ext cx="2286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75120" y="2423160"/>
            <a:ext cx="6400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81528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JWT login</a:t>
            </a:r>
            <a:br/>
            <a:r>
              <a:t>Role-based access</a:t>
            </a:r>
            <a:br/>
            <a:r>
              <a:t>Protected APIs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423160"/>
            <a:ext cx="2286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89720" y="2423160"/>
            <a:ext cx="6400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260604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081528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Users</a:t>
            </a:r>
            <a:br/>
            <a:r>
              <a:t>Products</a:t>
            </a:r>
            <a:br/>
            <a:r>
              <a:t>Suppliers</a:t>
            </a:r>
            <a:br/>
            <a:r>
              <a:t>Requests</a:t>
            </a:r>
            <a:br/>
            <a:r>
              <a:t>Payments</a:t>
            </a:r>
            <a:br/>
            <a:r>
              <a:t>Shipments</a:t>
            </a:r>
            <a:br/>
            <a:r>
              <a:t>Ratings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5257800"/>
            <a:ext cx="384048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03A"/>
                </a:solidFill>
              </a:defRPr>
            </a:pPr>
            <a:r>
              <a:t>SMTP / Email Notifications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97880"/>
            <a:ext cx="10561320" cy="475488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Tech: React + Vite  |  Spring Boot + Java  |  MySQL + JPA/Hibernate  |  JWT  |  SMTP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User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The user workspace focuses on ordering, payment and delivery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Shows request/payment/tracking information and provides quick access to procurement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New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User selects a product, enters purchase details and submits a request for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My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8424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Displays request history, approval state and related purchase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2044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7880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Shows supplier payment details and lets the user confirm payment.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52044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70332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7880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Displays shipment progress and tracking history after supplier updates.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520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520440"/>
            <a:ext cx="6400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70332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78808"/>
            <a:ext cx="3063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User can submit a supplier rating after the procurement process.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57B7-1B08-B910-DBA1-3BC4FBEE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29766-6EFA-C26F-288F-F6FEA8C230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EF59B-275E-2380-936C-9ABC656C27D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5AA03-C84D-5058-ED2A-3F8E8070A5CD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97E4A-BE5A-A119-EE41-86B6BA6E6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07" y="784526"/>
            <a:ext cx="5384213" cy="2475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5F8C7-63E6-5385-BD67-3090FA05F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784526"/>
            <a:ext cx="5049520" cy="2475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459DA8-4071-E272-0694-823702DCD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959" y="3844127"/>
            <a:ext cx="5822722" cy="242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2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Admin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Administration provides control, approval and reporting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Approval queue: review pending purchase requests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Approve / reject requests and trigger workflow notifications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Product Board: view available products and categories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Users &amp; Suppliers: maintain procurement master data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Ratings: monitor supplier feedback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• CSV Reports: export operational and payment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417320"/>
            <a:ext cx="4800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691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Admin Control 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331720"/>
            <a:ext cx="1965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4414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Pending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331720"/>
            <a:ext cx="1965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24414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657600"/>
            <a:ext cx="1965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376732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Payments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657600"/>
            <a:ext cx="1965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376732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Suppliers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0416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074920"/>
            <a:ext cx="25603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Export →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09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E60B78-B352-34B2-C349-E036AC50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19" y="3566160"/>
            <a:ext cx="6096001" cy="2811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Supplier Module &amp; Product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Supplier tools connect payment information, inventory visibility and shipment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View products assigned to the supplier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Provide payment details such as amount and payment information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View payment history for supplier products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Update shipment status through defined tracking stages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View user ratings and supplier performance</a:t>
            </a:r>
          </a:p>
        </p:txBody>
      </p:sp>
      <p:pic>
        <p:nvPicPr>
          <p:cNvPr id="7" name="Picture 6" descr="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08760"/>
            <a:ext cx="96012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56032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Laptop</a:t>
            </a:r>
          </a:p>
        </p:txBody>
      </p:sp>
      <p:pic>
        <p:nvPicPr>
          <p:cNvPr id="9" name="Picture 8" descr="pri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256032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Printer</a:t>
            </a:r>
          </a:p>
        </p:txBody>
      </p:sp>
      <p:pic>
        <p:nvPicPr>
          <p:cNvPr id="11" name="Picture 10" descr="chai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508760"/>
            <a:ext cx="960120" cy="960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59" y="256032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Chair</a:t>
            </a:r>
          </a:p>
        </p:txBody>
      </p:sp>
      <p:pic>
        <p:nvPicPr>
          <p:cNvPr id="13" name="Picture 12" descr="tab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508760"/>
            <a:ext cx="960120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81159" y="256032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Table</a:t>
            </a:r>
          </a:p>
        </p:txBody>
      </p:sp>
      <p:pic>
        <p:nvPicPr>
          <p:cNvPr id="15" name="Picture 14" descr="A4 sheet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1508760"/>
            <a:ext cx="960120" cy="960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24159" y="256032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</a:defRPr>
            </a:pPr>
            <a:r>
              <a:t>A4 Sheets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063240"/>
            <a:ext cx="5623560" cy="50292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Product images are preloaded in frontend/public/product-images/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977639"/>
            <a:ext cx="1170432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Ready to 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9752" y="3977639"/>
            <a:ext cx="1170432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Shipped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3063" y="3977639"/>
            <a:ext cx="1170432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In Transit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66376" y="3977639"/>
            <a:ext cx="1170432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Delivered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983480"/>
            <a:ext cx="571500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03A"/>
                </a:solidFill>
              </a:defRPr>
            </a:pPr>
            <a:r>
              <a:t>Supplier tracking view is focused on active / pending-to-delivered shipments.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A"/>
                </a:solidFill>
              </a:defRPr>
            </a:pPr>
            <a:r>
              <a:t>Payment, Email &amp; Tracking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Important events are communicated through the backend email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251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Payment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3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1. Request approved</a:t>
            </a:r>
            <a:br/>
            <a:r>
              <a:t>2. Supplier submits payment details</a:t>
            </a:r>
            <a:br/>
            <a:r>
              <a:t>3. User receives payment information</a:t>
            </a:r>
            <a:br/>
            <a:r>
              <a:t>4. User completes payment</a:t>
            </a:r>
            <a:br/>
            <a:r>
              <a:t>5. Supplier is notified</a:t>
            </a:r>
            <a:br/>
            <a:r>
              <a:t>6. Payment status is stored for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Tracking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06323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1. Supplier marks ready to ship</a:t>
            </a:r>
            <a:br/>
            <a:r>
              <a:t>2. Shipped</a:t>
            </a:r>
            <a:br/>
            <a:r>
              <a:t>3. In transit</a:t>
            </a:r>
            <a:br/>
            <a:r>
              <a:t>4. Delivered</a:t>
            </a:r>
            <a:br/>
            <a:r>
              <a:t>5. User sees tracking history</a:t>
            </a:r>
            <a:br/>
            <a:r>
              <a:t>6. User can rate supplier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4251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84248"/>
            <a:ext cx="3063239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Spring Mail / SMTP is integrated through EmailService.</a:t>
            </a:r>
            <a:br/>
            <a:br/>
            <a:r>
              <a:t>Typical events include:</a:t>
            </a:r>
            <a:br/>
            <a:r>
              <a:t>• Request raised</a:t>
            </a:r>
            <a:br/>
            <a:r>
              <a:t>• Approved / rejected</a:t>
            </a:r>
            <a:br/>
            <a:r>
              <a:t>• Payment details available</a:t>
            </a:r>
            <a:br/>
            <a:r>
              <a:t>• Payment completed</a:t>
            </a:r>
            <a:br/>
            <a:r>
              <a:t>• Tracking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64008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Current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47091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 connected procurement workflow covering request creation, approval, supplier communication, payment, shipment tracking, ratings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64008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Possible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04288"/>
            <a:ext cx="47091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• Real payment gateway integration</a:t>
            </a:r>
            <a:br/>
            <a:r>
              <a:t>• Push / in-app notifications</a:t>
            </a:r>
            <a:br/>
            <a:r>
              <a:t>• Advanced analytics dashboard</a:t>
            </a:r>
            <a:br/>
            <a:r>
              <a:t>• Inventory threshold alerts</a:t>
            </a:r>
            <a:br/>
            <a:r>
              <a:t>• Cloud deployment and CI/CD</a:t>
            </a:r>
            <a:br/>
            <a:r>
              <a:t>• Stronger audit and approval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5532120"/>
            <a:ext cx="7406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03A"/>
                </a:solidFill>
              </a:defRPr>
            </a:pPr>
            <a:r>
              <a:t>Procurement made visible, traceable and easier to manage.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65AC-5E62-CE09-6EFA-3101012D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672BCA-9B1F-87A2-6BA3-9E392819F4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</a:t>
            </a:r>
            <a:endParaRPr sz="9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97927-05E3-7545-BCE0-2BABC99C5B28}"/>
              </a:ext>
            </a:extLst>
          </p:cNvPr>
          <p:cNvSpPr txBox="1"/>
          <p:nvPr/>
        </p:nvSpPr>
        <p:spPr>
          <a:xfrm>
            <a:off x="1005840" y="182880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Current achievement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83E13-EB67-897E-18F8-41F4FAB55236}"/>
              </a:ext>
            </a:extLst>
          </p:cNvPr>
          <p:cNvSpPr txBox="1"/>
          <p:nvPr/>
        </p:nvSpPr>
        <p:spPr>
          <a:xfrm>
            <a:off x="6492240" y="182880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3A"/>
                </a:solidFill>
              </a:defRPr>
            </a:pPr>
            <a:r>
              <a:t>Possible enhancements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27AF4-FB5D-C93A-4185-3E60973ECE3D}"/>
              </a:ext>
            </a:extLst>
          </p:cNvPr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608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817</Words>
  <Application>Microsoft Office PowerPoint</Application>
  <PresentationFormat>Widescreen</PresentationFormat>
  <Paragraphs>117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chinmayi chodankar</cp:lastModifiedBy>
  <cp:revision>2</cp:revision>
  <dcterms:created xsi:type="dcterms:W3CDTF">2013-01-27T09:14:16Z</dcterms:created>
  <dcterms:modified xsi:type="dcterms:W3CDTF">2026-09-18T17:33:58Z</dcterms:modified>
  <cp:category/>
</cp:coreProperties>
</file>